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60" r:id="rId5"/>
    <p:sldId id="264" r:id="rId6"/>
    <p:sldId id="270" r:id="rId7"/>
    <p:sldId id="263" r:id="rId8"/>
    <p:sldId id="262" r:id="rId9"/>
    <p:sldId id="271" r:id="rId10"/>
    <p:sldId id="265" r:id="rId11"/>
    <p:sldId id="273" r:id="rId12"/>
    <p:sldId id="266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6EFD72-6316-4A34-95DE-BC4D0615763C}" v="5" dt="2025-08-21T06:23:13.3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85A8-E04A-4FFC-A914-C043CC30F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92AEAC-6197-49E2-A411-AEF1CBF87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664CE-A158-4C6E-BD41-BF1F5C9FC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3CFFA-792E-42F9-846F-A5B52CCFC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C5928-8DDF-4396-AA61-15BD2D8B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890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8264F-53E6-4D84-9BED-E4F8F0AA6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D5A08-D2EE-420B-98E8-5EC9EB5F6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5E33A-B973-47C5-8891-FF2E43409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EC115-FA30-49AD-B5BC-26A6F5D93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EA0ED-58C5-4495-9089-2C7C0095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193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486D3-066E-4B92-AD4B-0E6D6A630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82164-C1B8-4B77-84BC-1D2B628A3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17B0F-56E8-4269-9BEC-BB79A8920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6C9C2-6D15-479F-BF77-0578318FB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6D449-3A50-4639-80BB-5D4A38B96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7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07316-28BB-42A3-B398-31D016227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046DC-B090-47D0-871D-CDF19C5E39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907EA-32AF-4361-BC2A-78436E7B1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F2B03-2114-403D-B33F-7B16D3DC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CBF40-D4A4-4A9E-BC19-ACF734962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1924D-F861-42BB-A043-4177C2612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906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8FC11-9918-4905-B6DA-80DDD6E8E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C5250-524D-4A1C-AB18-0ED7A4E5C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B0640-9033-46FA-8597-3A3F43169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503A41-5E36-4BC2-8233-676C7B023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81C012-09F0-49D0-902E-4067FA58A6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517ABB-6AF4-4430-9A70-630C4C63B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8D9C5E-577C-4AE3-9850-E4CDBD78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87E90-A417-4ED9-B3B6-2015E22A3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140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4011-FD92-4530-9305-9C98704BB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9F2CA0-F345-47E8-A07F-378614A9C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BF9B2A-54BD-4F97-8202-AD3BBA0D9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C272A-37FD-496D-9E9D-0D6919B78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716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2801FB-4A15-4BF0-89D8-B8884835A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1A2A72-9FB0-454F-839C-99DC3A932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9C5F7-F821-43E9-9E87-C9330339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142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D4609-4DDB-4354-8EA3-B26C5548A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71474-D66E-472C-9FA4-A588D94A3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548C0-7EA8-4808-8608-73FA7A787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6F1F3-44C6-4020-A3F2-3B701DE41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E61C1-86D4-464D-BB5B-E3FAC5851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CA8BF-F4A6-4E06-81E4-54B3DFBD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637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D6E28-B336-4202-B072-7AA225479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4B8866-6739-4A68-8AE2-88B2DD12EF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6F5E3-8AC3-4830-B23F-02AC19785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75638-EE4C-432B-BB82-EBC5D4BC9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A38CD-D981-4161-A8B9-A643F88D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7E41A-9EC6-4F3F-BD48-FD7DA5CA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034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1FA2E-FBAA-4F16-B25F-71AEC0743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D8E33-5A57-41A0-B1C4-4BEFC9B11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197EA-82F0-4681-AB77-8FB4E2B6B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CA33E-0A3D-45F4-9C1E-317D0F0AA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09F4B-B1D9-4C67-A90F-99518784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644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34FC55-98D2-41C0-B02C-25E770509F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3BD599-9D6E-40E5-AA98-49C91D23A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F84FB-31F9-4BE0-B1AC-4FD9A6E9D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8F5C2-A565-45A4-B976-8EAF0FBF5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D0AA6-DE18-48E6-A367-CE13B895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046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715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964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514765-2198-4783-A696-B1550D5EB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CBC67-0BDC-4D7B-985C-51455187F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6E437-C45E-41EA-8762-DEB2CAB48E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6409C-694A-4898-A00A-F0BBE83B7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BB7B5-3E99-41AC-9214-46DC0ABC3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8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C3F99-7B1C-4F9B-B771-9ABE4E12A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3689" y="1122363"/>
            <a:ext cx="10142375" cy="2516576"/>
          </a:xfrm>
        </p:spPr>
        <p:txBody>
          <a:bodyPr>
            <a:normAutofit/>
          </a:bodyPr>
          <a:lstStyle/>
          <a:p>
            <a:r>
              <a:rPr lang="en-US" sz="6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Management System</a:t>
            </a:r>
            <a:endParaRPr lang="en-IN" sz="6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D7ABF5-9EB8-4210-98E2-2E34BE38D7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9548" cy="776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4FD7B7-95E7-4445-9D38-F3BB15CD56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240502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789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71844-781E-4566-8400-310D341BE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248" y="603849"/>
            <a:ext cx="10039162" cy="1905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 :-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59BC7B-FDC4-48F0-BF88-324C3A746D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566485" y="2508849"/>
            <a:ext cx="9059030" cy="1475912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Dhairya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Amitkumar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Dave (24002171210039)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A4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916B0E-B2BC-4BBD-8B88-FD78C6A9BA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9548" cy="7763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A94EF2-06FC-43DA-AADB-0485128E0C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240502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806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B475F-341F-43B2-8A9E-44AD811AA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Outline :-</a:t>
            </a:r>
            <a:endParaRPr lang="en-IN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4DEB1-4625-4EAE-9372-410BF4197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2"/>
            <a:ext cx="10515600" cy="3869127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Project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 Of Project Related To Particular Subject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Merits &amp; Demerits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F3F442-9892-4D62-8221-060202188F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240502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1E379E-6DE4-4374-A06F-1D6927E88D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9548" cy="77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559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653AC-0DCC-4716-8A02-005716FFE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Project :-</a:t>
            </a:r>
            <a:endParaRPr lang="en-IN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5BA32-5342-4CB5-BCDA-11B8E127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72538"/>
          </a:xfrm>
        </p:spPr>
        <p:txBody>
          <a:bodyPr>
            <a:normAutofit/>
          </a:bodyPr>
          <a:lstStyle/>
          <a:p>
            <a:r>
              <a:rPr lang="en-US" sz="2500" dirty="0"/>
              <a:t>The main purpose of this project is to create a software that helps a hotel manage its daily work easily and quickly. </a:t>
            </a:r>
          </a:p>
          <a:p>
            <a:r>
              <a:rPr lang="en-US" sz="2500" dirty="0"/>
              <a:t>This system saves time, reduces mistakes, and makes the hotel work smoother. It also helps guests get better service.</a:t>
            </a:r>
          </a:p>
          <a:p>
            <a:r>
              <a:rPr lang="en-US" sz="2500" dirty="0"/>
              <a:t>Instead of doing everything by hand, the hotel staff can use this system to:</a:t>
            </a:r>
          </a:p>
          <a:p>
            <a:r>
              <a:rPr lang="en-US" sz="2500" dirty="0"/>
              <a:t>1.Book rooms</a:t>
            </a:r>
          </a:p>
          <a:p>
            <a:r>
              <a:rPr lang="en-US" sz="2500" dirty="0"/>
              <a:t>2.Order food</a:t>
            </a:r>
          </a:p>
          <a:p>
            <a:r>
              <a:rPr lang="en-US" sz="2500" dirty="0"/>
              <a:t>3.keep records of guests and bookings</a:t>
            </a:r>
          </a:p>
          <a:p>
            <a:r>
              <a:rPr lang="en-US" sz="2500" dirty="0"/>
              <a:t>4.</a:t>
            </a:r>
            <a:r>
              <a:rPr lang="en-IN" sz="2500" dirty="0"/>
              <a:t>convenient billing system </a:t>
            </a:r>
          </a:p>
          <a:p>
            <a:endParaRPr lang="en-US" sz="2500" dirty="0"/>
          </a:p>
          <a:p>
            <a:endParaRPr lang="en-US" sz="2200" dirty="0"/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E9129A-98EA-4C5C-80B7-CBC5F909B8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240502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715780-1C8A-4153-91ED-F16092AA61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9548" cy="77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569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E1A05-A717-40CF-89E9-3FBD736EA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Flow-Chart</a:t>
            </a:r>
            <a:endParaRPr lang="en-IN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087FE4-19B0-401C-BA05-35904EAB0B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240502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FFF567-700F-4E8B-B78A-A0460A24A8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9548" cy="776377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60D0E86-8EEB-0129-C532-443DAECC1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296955" y="1530220"/>
            <a:ext cx="8892074" cy="5113176"/>
          </a:xfrm>
        </p:spPr>
      </p:pic>
    </p:spTree>
    <p:extLst>
      <p:ext uri="{BB962C8B-B14F-4D97-AF65-F5344CB8AC3E}">
        <p14:creationId xmlns:p14="http://schemas.microsoft.com/office/powerpoint/2010/main" val="854756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64F0E-DB21-D423-A93C-7A5A92233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38C3-0B48-4BFC-7782-76C415495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730" y="388189"/>
            <a:ext cx="9591869" cy="123741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E-R Diagram</a:t>
            </a:r>
            <a:endParaRPr lang="en-IN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01AE07-6461-AE05-486C-AC20B70ABB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240502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5E0B25-6F1E-C2CF-5A7F-11813EE67A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9548" cy="776377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530A90B-A912-F291-B52C-6BE2B917A9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966997" y="1229360"/>
            <a:ext cx="8258006" cy="5484533"/>
          </a:xfrm>
        </p:spPr>
      </p:pic>
    </p:spTree>
    <p:extLst>
      <p:ext uri="{BB962C8B-B14F-4D97-AF65-F5344CB8AC3E}">
        <p14:creationId xmlns:p14="http://schemas.microsoft.com/office/powerpoint/2010/main" val="1339719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0F3F4-444A-4EC3-8CA7-FAD9D1228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IN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A4E383-869B-4ACB-B6E4-6C266C644B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240502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22A660-4DA9-4AED-9E80-AAC1DB8342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9548" cy="776377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0890AE6-1B7B-26B0-6EDD-2E99864100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873829" y="1287624"/>
            <a:ext cx="6251510" cy="5570376"/>
          </a:xfrm>
        </p:spPr>
      </p:pic>
    </p:spTree>
    <p:extLst>
      <p:ext uri="{BB962C8B-B14F-4D97-AF65-F5344CB8AC3E}">
        <p14:creationId xmlns:p14="http://schemas.microsoft.com/office/powerpoint/2010/main" val="3440305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2A78B-CB15-4100-BA33-CD4585E91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735" y="878149"/>
            <a:ext cx="10130693" cy="974838"/>
          </a:xfrm>
        </p:spPr>
        <p:txBody>
          <a:bodyPr>
            <a:normAutofit/>
          </a:bodyPr>
          <a:lstStyle/>
          <a:p>
            <a:r>
              <a:rPr lang="en-US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 Of Project Related To Particular Subject</a:t>
            </a:r>
            <a:endParaRPr lang="en-IN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713B23-2329-428E-9431-F31E366DF9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240502" cy="6038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485E5A-68AD-4F62-B465-740217B28D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9548" cy="776377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9BF971A-478D-4EEF-B04D-FA6E2FD56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098920"/>
              </p:ext>
            </p:extLst>
          </p:nvPr>
        </p:nvGraphicFramePr>
        <p:xfrm>
          <a:off x="816745" y="2043405"/>
          <a:ext cx="10547942" cy="4430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1575">
                  <a:extLst>
                    <a:ext uri="{9D8B030D-6E8A-4147-A177-3AD203B41FA5}">
                      <a16:colId xmlns:a16="http://schemas.microsoft.com/office/drawing/2014/main" val="2772694956"/>
                    </a:ext>
                  </a:extLst>
                </a:gridCol>
                <a:gridCol w="3511333">
                  <a:extLst>
                    <a:ext uri="{9D8B030D-6E8A-4147-A177-3AD203B41FA5}">
                      <a16:colId xmlns:a16="http://schemas.microsoft.com/office/drawing/2014/main" val="2161159850"/>
                    </a:ext>
                  </a:extLst>
                </a:gridCol>
                <a:gridCol w="3515034">
                  <a:extLst>
                    <a:ext uri="{9D8B030D-6E8A-4147-A177-3AD203B41FA5}">
                      <a16:colId xmlns:a16="http://schemas.microsoft.com/office/drawing/2014/main" val="164750846"/>
                    </a:ext>
                  </a:extLst>
                </a:gridCol>
              </a:tblGrid>
              <a:tr h="76603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Structure Using Java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Java-II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Managemant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System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146166"/>
                  </a:ext>
                </a:extLst>
              </a:tr>
              <a:tr h="66692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Singly LinkedList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Object-Oriented Programming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encapsulation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abstraction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Definition Language (DDL)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Create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661997"/>
                  </a:ext>
                </a:extLst>
              </a:tr>
              <a:tr h="1698601">
                <a:tc>
                  <a:txBody>
                    <a:bodyPr/>
                    <a:lstStyle/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I/O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Manipulation Language(DML)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Select</a:t>
                      </a:r>
                    </a:p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Insert</a:t>
                      </a:r>
                    </a:p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Update</a:t>
                      </a:r>
                    </a:p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Delete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261783"/>
                  </a:ext>
                </a:extLst>
              </a:tr>
              <a:tr h="899259">
                <a:tc>
                  <a:txBody>
                    <a:bodyPr/>
                    <a:lstStyle/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PL/SQL Concepts</a:t>
                      </a:r>
                    </a:p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Functions </a:t>
                      </a:r>
                    </a:p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Procedures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558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335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B38FF-4981-556D-E85A-CF60DDBE1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B73CE-51DE-BE8B-856A-0FE0999C3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2062163"/>
          </a:xfrm>
        </p:spPr>
        <p:txBody>
          <a:bodyPr>
            <a:normAutofit/>
          </a:bodyPr>
          <a:lstStyle/>
          <a:p>
            <a:r>
              <a:rPr lang="en-US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</a:t>
            </a:r>
            <a:endParaRPr lang="en-IN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DE949-6A90-275A-FE21-7E3DCAD8B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 for booking rooms and ordering food.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by doing billing and tracking automatically.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all data safe in one place(data base)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parts for hotel and cafe make it simple to manage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Demerits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only on one computer(not online)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advanced features like online payment or mobile app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and room prices must be changed manually</a:t>
            </a: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D666E9-C5B0-0085-4F65-161E27CD58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240502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4AB26E-4DAD-F374-C169-E410DB2609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9548" cy="77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048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807C5-A218-42BC-A9A1-17D6482F4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IN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E7A4F-7CA5-4C4A-B9E9-03E63F838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 : Java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: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PosgreSQL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java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code:IDE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Intellij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idea)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AF800A-0E65-4386-9481-655125854E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240502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797530-E7CB-47A5-9375-182C425634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9548" cy="77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395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62931-347F-E8CA-7B74-DE2DC2700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8F5E4-7349-04A3-1AC1-2BC1048F3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3CB787-E5B2-4B58-B631-83CDB03965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240502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C155DF-43AE-B3F9-59B7-405888E744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9548" cy="77637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477896DF-DD76-D912-7C99-65E43B4913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34512"/>
            <a:ext cx="8113298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 it online so people can book from their phone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 mobile app version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stock tracking for food and room items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 reports like monthly income or top-selling items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Gujarati or Hindi language for easy use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41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CB5A2-4E72-4E24-BD4F-D6188A745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DCB0C-C3B5-46CF-AD95-8EC3F876A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unified solution for managing hotel, guest house, and cafe services.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customer satisfaction with transparency in billing.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saves time and reduces manual work by doing many tasks automatically.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423F54-9526-4F12-81E2-FA622E1573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240502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68A0F3-FC03-4AD3-9224-BD27D813FF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9548" cy="77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297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F882-BC95-4447-993C-6638872E71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you…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EE1F93-ED1D-4FFF-8789-B197E319BC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240502" cy="6038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381D16-5BAB-40F8-95B6-22F222459E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9548" cy="77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83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666</TotalTime>
  <Words>372</Words>
  <Application>Microsoft Office PowerPoint</Application>
  <PresentationFormat>Widescreen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  Hotel Management System</vt:lpstr>
      <vt:lpstr>Prepared by :-</vt:lpstr>
      <vt:lpstr>Project Outline :-</vt:lpstr>
      <vt:lpstr>Purpose Of The Project :-</vt:lpstr>
      <vt:lpstr>Flow-Chart</vt:lpstr>
      <vt:lpstr>E-R Diagram</vt:lpstr>
      <vt:lpstr>Use Case Diagram</vt:lpstr>
      <vt:lpstr>Functionalities Of Project Related To Particular Subject</vt:lpstr>
      <vt:lpstr>Merit</vt:lpstr>
      <vt:lpstr>Tools Used</vt:lpstr>
      <vt:lpstr>Future scope</vt:lpstr>
      <vt:lpstr>Conclusion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Management System</dc:title>
  <dc:creator>abc</dc:creator>
  <cp:lastModifiedBy>Dhairya Dave</cp:lastModifiedBy>
  <cp:revision>22</cp:revision>
  <dcterms:created xsi:type="dcterms:W3CDTF">2025-08-18T13:26:16Z</dcterms:created>
  <dcterms:modified xsi:type="dcterms:W3CDTF">2025-12-17T05:27:56Z</dcterms:modified>
</cp:coreProperties>
</file>